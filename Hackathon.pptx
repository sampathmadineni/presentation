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3" r:id="rId1"/>
  </p:sldMasterIdLst>
  <p:sldIdLst>
    <p:sldId id="256" r:id="rId2"/>
    <p:sldId id="257" r:id="rId3"/>
    <p:sldId id="261" r:id="rId4"/>
    <p:sldId id="258" r:id="rId5"/>
    <p:sldId id="262" r:id="rId6"/>
    <p:sldId id="263"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991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6983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097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129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4982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635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8654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4/19/2015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4743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1735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2809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1878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4/19/2015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88584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Hackathon Spring 2015</a:t>
            </a:r>
            <a:r>
              <a:rPr lang="en-US" dirty="0"/>
              <a:t/>
            </a:r>
            <a:br>
              <a:rPr lang="en-US" dirty="0"/>
            </a:br>
            <a:endParaRPr lang="en-US" dirty="0"/>
          </a:p>
        </p:txBody>
      </p:sp>
      <p:sp>
        <p:nvSpPr>
          <p:cNvPr id="3" name="Subtitle 2"/>
          <p:cNvSpPr>
            <a:spLocks noGrp="1"/>
          </p:cNvSpPr>
          <p:nvPr>
            <p:ph type="subTitle" idx="1"/>
          </p:nvPr>
        </p:nvSpPr>
        <p:spPr>
          <a:xfrm>
            <a:off x="684211" y="3843867"/>
            <a:ext cx="9296915" cy="3014133"/>
          </a:xfrm>
        </p:spPr>
        <p:txBody>
          <a:bodyPr>
            <a:normAutofit fontScale="85000" lnSpcReduction="20000"/>
          </a:bodyPr>
          <a:lstStyle/>
          <a:p>
            <a:r>
              <a:rPr lang="en-US" dirty="0" smtClean="0"/>
              <a:t>												Submitted by,</a:t>
            </a:r>
          </a:p>
          <a:p>
            <a:r>
              <a:rPr lang="en-US" dirty="0"/>
              <a:t>	</a:t>
            </a:r>
            <a:r>
              <a:rPr lang="en-US" dirty="0" smtClean="0"/>
              <a:t>								</a:t>
            </a:r>
            <a:r>
              <a:rPr lang="en-US" dirty="0"/>
              <a:t>	</a:t>
            </a:r>
            <a:r>
              <a:rPr lang="en-US" dirty="0" err="1" smtClean="0"/>
              <a:t>Haricharana</a:t>
            </a:r>
            <a:r>
              <a:rPr lang="en-US" dirty="0" smtClean="0"/>
              <a:t> </a:t>
            </a:r>
            <a:r>
              <a:rPr lang="en-US" dirty="0" err="1" smtClean="0"/>
              <a:t>Kanamarlapudi</a:t>
            </a:r>
            <a:r>
              <a:rPr lang="en-US" dirty="0" smtClean="0"/>
              <a:t>(24)</a:t>
            </a:r>
          </a:p>
          <a:p>
            <a:r>
              <a:rPr lang="en-US" dirty="0"/>
              <a:t>	</a:t>
            </a:r>
            <a:r>
              <a:rPr lang="en-US" dirty="0" smtClean="0"/>
              <a:t>									Sandhya </a:t>
            </a:r>
            <a:r>
              <a:rPr lang="en-US" dirty="0" smtClean="0"/>
              <a:t>Sannapareddy(45)</a:t>
            </a:r>
            <a:endParaRPr lang="en-US" dirty="0" smtClean="0"/>
          </a:p>
          <a:p>
            <a:r>
              <a:rPr lang="en-US" dirty="0"/>
              <a:t>	</a:t>
            </a:r>
            <a:r>
              <a:rPr lang="en-US" dirty="0" smtClean="0"/>
              <a:t>									</a:t>
            </a:r>
            <a:r>
              <a:rPr lang="en-US" dirty="0" smtClean="0"/>
              <a:t>SAMPATH  MADINENI</a:t>
            </a:r>
            <a:endParaRPr lang="en-US" dirty="0" smtClean="0"/>
          </a:p>
          <a:p>
            <a:r>
              <a:rPr lang="en-US" dirty="0"/>
              <a:t>	</a:t>
            </a:r>
            <a:r>
              <a:rPr lang="en-US" dirty="0" smtClean="0"/>
              <a:t>									</a:t>
            </a:r>
            <a:r>
              <a:rPr lang="en-US" dirty="0" err="1" smtClean="0"/>
              <a:t>RaghavENDRA</a:t>
            </a:r>
            <a:r>
              <a:rPr lang="en-US" dirty="0" smtClean="0"/>
              <a:t> CHIRUMALLA</a:t>
            </a:r>
            <a:endParaRPr lang="en-US" dirty="0" smtClean="0"/>
          </a:p>
          <a:p>
            <a:endParaRPr lang="en-US" dirty="0"/>
          </a:p>
        </p:txBody>
      </p:sp>
    </p:spTree>
    <p:extLst>
      <p:ext uri="{BB962C8B-B14F-4D97-AF65-F5344CB8AC3E}">
        <p14:creationId xmlns:p14="http://schemas.microsoft.com/office/powerpoint/2010/main" val="643383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46" y="134272"/>
            <a:ext cx="8534400" cy="1507067"/>
          </a:xfrm>
        </p:spPr>
        <p:txBody>
          <a:bodyPr/>
          <a:lstStyle/>
          <a:p>
            <a:r>
              <a:rPr lang="en-US" dirty="0" smtClean="0"/>
              <a:t>Use case - </a:t>
            </a:r>
            <a:r>
              <a:rPr lang="en-US" dirty="0"/>
              <a:t>YouTube v3 Ranking System Based On Object Search</a:t>
            </a:r>
          </a:p>
        </p:txBody>
      </p:sp>
      <p:sp>
        <p:nvSpPr>
          <p:cNvPr id="3" name="Content Placeholder 2"/>
          <p:cNvSpPr>
            <a:spLocks noGrp="1"/>
          </p:cNvSpPr>
          <p:nvPr>
            <p:ph idx="1"/>
          </p:nvPr>
        </p:nvSpPr>
        <p:spPr>
          <a:xfrm>
            <a:off x="413757" y="1989069"/>
            <a:ext cx="8534400" cy="3615267"/>
          </a:xfrm>
        </p:spPr>
        <p:txBody>
          <a:bodyPr>
            <a:normAutofit/>
          </a:bodyPr>
          <a:lstStyle/>
          <a:p>
            <a:pPr marL="0" indent="0">
              <a:buNone/>
            </a:pPr>
            <a:r>
              <a:rPr lang="en-US" sz="2800" dirty="0"/>
              <a:t>Once logged in, users should be presented with a keyword search page, where the user enters a keyword and the app retrieves a list of relevant videos along with some metadata tied to the videos (avg. views per day, category, total views, author etc.). The result list should contain thumbnails and all the metadata and should be sortable.</a:t>
            </a:r>
            <a:endParaRPr lang="en-US" sz="2800" dirty="0" smtClean="0"/>
          </a:p>
        </p:txBody>
      </p:sp>
    </p:spTree>
    <p:extLst>
      <p:ext uri="{BB962C8B-B14F-4D97-AF65-F5344CB8AC3E}">
        <p14:creationId xmlns:p14="http://schemas.microsoft.com/office/powerpoint/2010/main" val="384282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46" y="726701"/>
            <a:ext cx="8534400" cy="1507067"/>
          </a:xfrm>
        </p:spPr>
        <p:txBody>
          <a:bodyPr/>
          <a:lstStyle/>
          <a:p>
            <a:r>
              <a:rPr lang="en-US" dirty="0" smtClean="0"/>
              <a:t>tools</a:t>
            </a:r>
            <a:endParaRPr lang="en-US" dirty="0"/>
          </a:p>
        </p:txBody>
      </p:sp>
      <p:sp>
        <p:nvSpPr>
          <p:cNvPr id="3" name="Content Placeholder 2"/>
          <p:cNvSpPr>
            <a:spLocks noGrp="1"/>
          </p:cNvSpPr>
          <p:nvPr>
            <p:ph idx="1"/>
          </p:nvPr>
        </p:nvSpPr>
        <p:spPr>
          <a:xfrm>
            <a:off x="297846" y="2331076"/>
            <a:ext cx="8534400" cy="2522410"/>
          </a:xfrm>
        </p:spPr>
        <p:txBody>
          <a:bodyPr>
            <a:normAutofit/>
          </a:bodyPr>
          <a:lstStyle/>
          <a:p>
            <a:pPr>
              <a:buFont typeface="Wingdings" panose="05000000000000000000" pitchFamily="2" charset="2"/>
              <a:buChar char="Ø"/>
            </a:pPr>
            <a:r>
              <a:rPr lang="en-US" sz="2800" dirty="0" smtClean="0"/>
              <a:t>Visual Studio 2013</a:t>
            </a:r>
          </a:p>
          <a:p>
            <a:pPr>
              <a:buFont typeface="Wingdings" panose="05000000000000000000" pitchFamily="2" charset="2"/>
              <a:buChar char="Ø"/>
            </a:pPr>
            <a:r>
              <a:rPr lang="en-US" sz="2800" dirty="0" smtClean="0"/>
              <a:t>HTML Language</a:t>
            </a:r>
          </a:p>
          <a:p>
            <a:pPr>
              <a:buFont typeface="Wingdings" panose="05000000000000000000" pitchFamily="2" charset="2"/>
              <a:buChar char="Ø"/>
            </a:pPr>
            <a:r>
              <a:rPr lang="en-US" sz="2800" dirty="0" smtClean="0"/>
              <a:t>Ajax</a:t>
            </a:r>
          </a:p>
        </p:txBody>
      </p:sp>
    </p:spTree>
    <p:extLst>
      <p:ext uri="{BB962C8B-B14F-4D97-AF65-F5344CB8AC3E}">
        <p14:creationId xmlns:p14="http://schemas.microsoft.com/office/powerpoint/2010/main" val="3394752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46" y="726701"/>
            <a:ext cx="8534400" cy="1507067"/>
          </a:xfrm>
        </p:spPr>
        <p:txBody>
          <a:bodyPr/>
          <a:lstStyle/>
          <a:p>
            <a:r>
              <a:rPr lang="en-US" dirty="0" smtClean="0"/>
              <a:t>Implementation</a:t>
            </a:r>
            <a:endParaRPr lang="en-US" dirty="0"/>
          </a:p>
        </p:txBody>
      </p:sp>
      <p:sp>
        <p:nvSpPr>
          <p:cNvPr id="3" name="Content Placeholder 2"/>
          <p:cNvSpPr>
            <a:spLocks noGrp="1"/>
          </p:cNvSpPr>
          <p:nvPr>
            <p:ph idx="1"/>
          </p:nvPr>
        </p:nvSpPr>
        <p:spPr>
          <a:xfrm>
            <a:off x="297846" y="2730321"/>
            <a:ext cx="8534400" cy="2365180"/>
          </a:xfrm>
        </p:spPr>
        <p:txBody>
          <a:bodyPr/>
          <a:lstStyle/>
          <a:p>
            <a:r>
              <a:rPr lang="en-US" dirty="0" smtClean="0"/>
              <a:t>Created a login page</a:t>
            </a:r>
          </a:p>
          <a:p>
            <a:r>
              <a:rPr lang="en-US" dirty="0" smtClean="0"/>
              <a:t>Created data base</a:t>
            </a:r>
          </a:p>
          <a:p>
            <a:r>
              <a:rPr lang="en-US" dirty="0" smtClean="0"/>
              <a:t>User and password </a:t>
            </a:r>
            <a:r>
              <a:rPr lang="en-US" dirty="0" err="1" smtClean="0"/>
              <a:t>authenication</a:t>
            </a:r>
            <a:endParaRPr lang="en-US" dirty="0" smtClean="0"/>
          </a:p>
          <a:p>
            <a:r>
              <a:rPr lang="en-US" dirty="0" smtClean="0"/>
              <a:t>By Visual studio</a:t>
            </a:r>
          </a:p>
          <a:p>
            <a:r>
              <a:rPr lang="en-US" dirty="0" smtClean="0"/>
              <a:t>By </a:t>
            </a:r>
            <a:r>
              <a:rPr lang="en-US" dirty="0" err="1" smtClean="0"/>
              <a:t>ajax</a:t>
            </a:r>
            <a:r>
              <a:rPr lang="en-US" dirty="0" smtClean="0"/>
              <a:t> Programming</a:t>
            </a:r>
            <a:endParaRPr lang="en-US" dirty="0"/>
          </a:p>
        </p:txBody>
      </p:sp>
    </p:spTree>
    <p:extLst>
      <p:ext uri="{BB962C8B-B14F-4D97-AF65-F5344CB8AC3E}">
        <p14:creationId xmlns:p14="http://schemas.microsoft.com/office/powerpoint/2010/main" val="150546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46" y="726701"/>
            <a:ext cx="8534400" cy="1507067"/>
          </a:xfrm>
        </p:spPr>
        <p:txBody>
          <a:bodyPr/>
          <a:lstStyle/>
          <a:p>
            <a:r>
              <a:rPr lang="en-US" dirty="0" smtClean="0"/>
              <a:t>SCREENSHOTS</a:t>
            </a:r>
            <a:endParaRPr lang="en-US" dirty="0"/>
          </a:p>
        </p:txBody>
      </p:sp>
      <p:pic>
        <p:nvPicPr>
          <p:cNvPr id="4" name="Content Placeholder 3" descr="C:\Users\sandhya's\Pictures\Screenshots\Screenshot (4).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0986" y="2487411"/>
            <a:ext cx="6429338" cy="3614738"/>
          </a:xfrm>
          <a:prstGeom prst="rect">
            <a:avLst/>
          </a:prstGeom>
          <a:noFill/>
          <a:ln>
            <a:noFill/>
          </a:ln>
        </p:spPr>
      </p:pic>
    </p:spTree>
    <p:extLst>
      <p:ext uri="{BB962C8B-B14F-4D97-AF65-F5344CB8AC3E}">
        <p14:creationId xmlns:p14="http://schemas.microsoft.com/office/powerpoint/2010/main" val="388212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46" y="726701"/>
            <a:ext cx="8534400" cy="1507067"/>
          </a:xfrm>
        </p:spPr>
        <p:txBody>
          <a:bodyPr/>
          <a:lstStyle/>
          <a:p>
            <a:r>
              <a:rPr lang="en-US" dirty="0" smtClean="0"/>
              <a:t>SCREENSHOTS</a:t>
            </a:r>
            <a:endParaRPr lang="en-US" dirty="0"/>
          </a:p>
        </p:txBody>
      </p:sp>
      <p:pic>
        <p:nvPicPr>
          <p:cNvPr id="4" name="Content Placeholder 3" descr="C:\Users\sandhya's\Pictures\Screenshots\Screenshot (5).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6440" y="2513169"/>
            <a:ext cx="6429338" cy="3614738"/>
          </a:xfrm>
          <a:prstGeom prst="rect">
            <a:avLst/>
          </a:prstGeom>
          <a:noFill/>
          <a:ln>
            <a:noFill/>
          </a:ln>
        </p:spPr>
      </p:pic>
    </p:spTree>
    <p:extLst>
      <p:ext uri="{BB962C8B-B14F-4D97-AF65-F5344CB8AC3E}">
        <p14:creationId xmlns:p14="http://schemas.microsoft.com/office/powerpoint/2010/main" val="139481923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97</TotalTime>
  <Words>108</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Calibri Light</vt:lpstr>
      <vt:lpstr>Wingdings</vt:lpstr>
      <vt:lpstr>Retrospect</vt:lpstr>
      <vt:lpstr>Hackathon Spring 2015 </vt:lpstr>
      <vt:lpstr>Use case - YouTube v3 Ranking System Based On Object Search</vt:lpstr>
      <vt:lpstr>tools</vt:lpstr>
      <vt:lpstr>Implementation</vt:lpstr>
      <vt:lpstr>SCREENSHOTS</vt:lpstr>
      <vt:lpstr>SCREENSHOTS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dc:title>
  <dc:creator>haricharana kanamarlapudi</dc:creator>
  <cp:lastModifiedBy>Sandhya Sannapareddy</cp:lastModifiedBy>
  <cp:revision>8</cp:revision>
  <dcterms:created xsi:type="dcterms:W3CDTF">2015-04-20T00:17:16Z</dcterms:created>
  <dcterms:modified xsi:type="dcterms:W3CDTF">2015-04-20T04:57:03Z</dcterms:modified>
</cp:coreProperties>
</file>